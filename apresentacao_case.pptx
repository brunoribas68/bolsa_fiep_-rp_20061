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Distribuição de qc_flag (por medição)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Medições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PASS</c:v>
                  </c:pt>
                  <c:pt idx="1">
                    <c:v>REVIEW</c:v>
                  </c:pt>
                  <c:pt idx="2">
                    <c:v>FAIL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1695</c:v>
                </c:pt>
                <c:pt idx="1">
                  <c:v>79</c:v>
                </c:pt>
                <c:pt idx="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Voltamogramas — amostra EC_001, replicata 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carbon_clean</c:v>
                </c:pt>
              </c:strCache>
            </c:strRef>
          </c:tx>
          <c:spPr>
            <a:solidFill>
              <a:srgbClr val="5B6472"/>
            </a:solidFill>
            <a:ln w="25400" cap="flat">
              <a:solidFill>
                <a:srgbClr val="5B64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Sheet1!$A$2:$A$132</c:f>
              <c:multiLvlStrCache>
                <c:ptCount val="131"/>
                <c:lvl>
                  <c:pt idx="0">
                    <c:v>-0.2</c:v>
                  </c:pt>
                  <c:pt idx="1">
                    <c:v>-0.195</c:v>
                  </c:pt>
                  <c:pt idx="2">
                    <c:v>-0.19</c:v>
                  </c:pt>
                  <c:pt idx="3">
                    <c:v>-0.185</c:v>
                  </c:pt>
                  <c:pt idx="4">
                    <c:v>-0.18</c:v>
                  </c:pt>
                  <c:pt idx="5">
                    <c:v>-0.175</c:v>
                  </c:pt>
                  <c:pt idx="6">
                    <c:v>-0.17</c:v>
                  </c:pt>
                  <c:pt idx="7">
                    <c:v>-0.165</c:v>
                  </c:pt>
                  <c:pt idx="8">
                    <c:v>-0.16</c:v>
                  </c:pt>
                  <c:pt idx="9">
                    <c:v>-0.155</c:v>
                  </c:pt>
                  <c:pt idx="10">
                    <c:v>-0.15</c:v>
                  </c:pt>
                  <c:pt idx="11">
                    <c:v>-0.145</c:v>
                  </c:pt>
                  <c:pt idx="12">
                    <c:v>-0.14</c:v>
                  </c:pt>
                  <c:pt idx="13">
                    <c:v>-0.135</c:v>
                  </c:pt>
                  <c:pt idx="14">
                    <c:v>-0.13</c:v>
                  </c:pt>
                  <c:pt idx="15">
                    <c:v>-0.125</c:v>
                  </c:pt>
                  <c:pt idx="16">
                    <c:v>-0.12</c:v>
                  </c:pt>
                  <c:pt idx="17">
                    <c:v>-0.115</c:v>
                  </c:pt>
                  <c:pt idx="18">
                    <c:v>-0.11</c:v>
                  </c:pt>
                  <c:pt idx="19">
                    <c:v>-0.105</c:v>
                  </c:pt>
                  <c:pt idx="20">
                    <c:v>-0.1</c:v>
                  </c:pt>
                  <c:pt idx="21">
                    <c:v>-0.095</c:v>
                  </c:pt>
                  <c:pt idx="22">
                    <c:v>-0.09</c:v>
                  </c:pt>
                  <c:pt idx="23">
                    <c:v>-0.085</c:v>
                  </c:pt>
                  <c:pt idx="24">
                    <c:v>-0.08</c:v>
                  </c:pt>
                  <c:pt idx="25">
                    <c:v>-0.075</c:v>
                  </c:pt>
                  <c:pt idx="26">
                    <c:v>-0.07</c:v>
                  </c:pt>
                  <c:pt idx="27">
                    <c:v>-0.065</c:v>
                  </c:pt>
                  <c:pt idx="28">
                    <c:v>-0.06</c:v>
                  </c:pt>
                  <c:pt idx="29">
                    <c:v>-0.055</c:v>
                  </c:pt>
                  <c:pt idx="30">
                    <c:v>-0.05</c:v>
                  </c:pt>
                  <c:pt idx="31">
                    <c:v>-0.045</c:v>
                  </c:pt>
                  <c:pt idx="32">
                    <c:v>-0.04</c:v>
                  </c:pt>
                  <c:pt idx="33">
                    <c:v>-0.035</c:v>
                  </c:pt>
                  <c:pt idx="34">
                    <c:v>-0.03</c:v>
                  </c:pt>
                  <c:pt idx="35">
                    <c:v>-0.025</c:v>
                  </c:pt>
                  <c:pt idx="36">
                    <c:v>-0.02</c:v>
                  </c:pt>
                  <c:pt idx="37">
                    <c:v>-0.015</c:v>
                  </c:pt>
                  <c:pt idx="38">
                    <c:v>-0.01</c:v>
                  </c:pt>
                  <c:pt idx="39">
                    <c:v>-0.005</c:v>
                  </c:pt>
                  <c:pt idx="40">
                    <c:v>0</c:v>
                  </c:pt>
                  <c:pt idx="41">
                    <c:v>0.005</c:v>
                  </c:pt>
                  <c:pt idx="42">
                    <c:v>0.01</c:v>
                  </c:pt>
                  <c:pt idx="43">
                    <c:v>0.015</c:v>
                  </c:pt>
                  <c:pt idx="44">
                    <c:v>0.02</c:v>
                  </c:pt>
                  <c:pt idx="45">
                    <c:v>0.025</c:v>
                  </c:pt>
                  <c:pt idx="46">
                    <c:v>0.03</c:v>
                  </c:pt>
                  <c:pt idx="47">
                    <c:v>0.035</c:v>
                  </c:pt>
                  <c:pt idx="48">
                    <c:v>0.04</c:v>
                  </c:pt>
                  <c:pt idx="49">
                    <c:v>0.045</c:v>
                  </c:pt>
                  <c:pt idx="50">
                    <c:v>0.05</c:v>
                  </c:pt>
                  <c:pt idx="51">
                    <c:v>0.055</c:v>
                  </c:pt>
                  <c:pt idx="52">
                    <c:v>0.06</c:v>
                  </c:pt>
                  <c:pt idx="53">
                    <c:v>0.065</c:v>
                  </c:pt>
                  <c:pt idx="54">
                    <c:v>0.07</c:v>
                  </c:pt>
                  <c:pt idx="55">
                    <c:v>0.075</c:v>
                  </c:pt>
                  <c:pt idx="56">
                    <c:v>0.08</c:v>
                  </c:pt>
                  <c:pt idx="57">
                    <c:v>0.085</c:v>
                  </c:pt>
                  <c:pt idx="58">
                    <c:v>0.09</c:v>
                  </c:pt>
                  <c:pt idx="59">
                    <c:v>0.095</c:v>
                  </c:pt>
                  <c:pt idx="60">
                    <c:v>0.1</c:v>
                  </c:pt>
                  <c:pt idx="61">
                    <c:v>0.105</c:v>
                  </c:pt>
                  <c:pt idx="62">
                    <c:v>0.11</c:v>
                  </c:pt>
                  <c:pt idx="63">
                    <c:v>0.115</c:v>
                  </c:pt>
                  <c:pt idx="64">
                    <c:v>0.12</c:v>
                  </c:pt>
                  <c:pt idx="65">
                    <c:v>0.125</c:v>
                  </c:pt>
                  <c:pt idx="66">
                    <c:v>0.13</c:v>
                  </c:pt>
                  <c:pt idx="67">
                    <c:v>0.135</c:v>
                  </c:pt>
                  <c:pt idx="68">
                    <c:v>0.14</c:v>
                  </c:pt>
                  <c:pt idx="69">
                    <c:v>0.145</c:v>
                  </c:pt>
                  <c:pt idx="70">
                    <c:v>0.15</c:v>
                  </c:pt>
                  <c:pt idx="71">
                    <c:v>0.155</c:v>
                  </c:pt>
                  <c:pt idx="72">
                    <c:v>0.16</c:v>
                  </c:pt>
                  <c:pt idx="73">
                    <c:v>0.165</c:v>
                  </c:pt>
                  <c:pt idx="74">
                    <c:v>0.17</c:v>
                  </c:pt>
                  <c:pt idx="75">
                    <c:v>0.175</c:v>
                  </c:pt>
                  <c:pt idx="76">
                    <c:v>0.18</c:v>
                  </c:pt>
                  <c:pt idx="77">
                    <c:v>0.185</c:v>
                  </c:pt>
                  <c:pt idx="78">
                    <c:v>0.19</c:v>
                  </c:pt>
                  <c:pt idx="79">
                    <c:v>0.195</c:v>
                  </c:pt>
                  <c:pt idx="80">
                    <c:v>0.2</c:v>
                  </c:pt>
                  <c:pt idx="81">
                    <c:v>0.205</c:v>
                  </c:pt>
                  <c:pt idx="82">
                    <c:v>0.21</c:v>
                  </c:pt>
                  <c:pt idx="83">
                    <c:v>0.215</c:v>
                  </c:pt>
                  <c:pt idx="84">
                    <c:v>0.22</c:v>
                  </c:pt>
                  <c:pt idx="85">
                    <c:v>0.225</c:v>
                  </c:pt>
                  <c:pt idx="86">
                    <c:v>0.23</c:v>
                  </c:pt>
                  <c:pt idx="87">
                    <c:v>0.235</c:v>
                  </c:pt>
                  <c:pt idx="88">
                    <c:v>0.24</c:v>
                  </c:pt>
                  <c:pt idx="89">
                    <c:v>0.245</c:v>
                  </c:pt>
                  <c:pt idx="90">
                    <c:v>0.25</c:v>
                  </c:pt>
                  <c:pt idx="91">
                    <c:v>0.255</c:v>
                  </c:pt>
                  <c:pt idx="92">
                    <c:v>0.26</c:v>
                  </c:pt>
                  <c:pt idx="93">
                    <c:v>0.265</c:v>
                  </c:pt>
                  <c:pt idx="94">
                    <c:v>0.27</c:v>
                  </c:pt>
                  <c:pt idx="95">
                    <c:v>0.275</c:v>
                  </c:pt>
                  <c:pt idx="96">
                    <c:v>0.28</c:v>
                  </c:pt>
                  <c:pt idx="97">
                    <c:v>0.285</c:v>
                  </c:pt>
                  <c:pt idx="98">
                    <c:v>0.29</c:v>
                  </c:pt>
                  <c:pt idx="99">
                    <c:v>0.295</c:v>
                  </c:pt>
                  <c:pt idx="100">
                    <c:v>0.3</c:v>
                  </c:pt>
                  <c:pt idx="101">
                    <c:v>0.305</c:v>
                  </c:pt>
                  <c:pt idx="102">
                    <c:v>0.31</c:v>
                  </c:pt>
                  <c:pt idx="103">
                    <c:v>0.315</c:v>
                  </c:pt>
                  <c:pt idx="104">
                    <c:v>0.32</c:v>
                  </c:pt>
                  <c:pt idx="105">
                    <c:v>0.325</c:v>
                  </c:pt>
                  <c:pt idx="106">
                    <c:v>0.33</c:v>
                  </c:pt>
                  <c:pt idx="107">
                    <c:v>0.335</c:v>
                  </c:pt>
                  <c:pt idx="108">
                    <c:v>0.34</c:v>
                  </c:pt>
                  <c:pt idx="109">
                    <c:v>0.345</c:v>
                  </c:pt>
                  <c:pt idx="110">
                    <c:v>0.35</c:v>
                  </c:pt>
                  <c:pt idx="111">
                    <c:v>0.355</c:v>
                  </c:pt>
                  <c:pt idx="112">
                    <c:v>0.36</c:v>
                  </c:pt>
                  <c:pt idx="113">
                    <c:v>0.365</c:v>
                  </c:pt>
                  <c:pt idx="114">
                    <c:v>0.37</c:v>
                  </c:pt>
                  <c:pt idx="115">
                    <c:v>0.375</c:v>
                  </c:pt>
                  <c:pt idx="116">
                    <c:v>0.38</c:v>
                  </c:pt>
                  <c:pt idx="117">
                    <c:v>0.385</c:v>
                  </c:pt>
                  <c:pt idx="118">
                    <c:v>0.39</c:v>
                  </c:pt>
                  <c:pt idx="119">
                    <c:v>0.395</c:v>
                  </c:pt>
                  <c:pt idx="120">
                    <c:v>0.4</c:v>
                  </c:pt>
                  <c:pt idx="121">
                    <c:v>0.405</c:v>
                  </c:pt>
                  <c:pt idx="122">
                    <c:v>0.41</c:v>
                  </c:pt>
                  <c:pt idx="123">
                    <c:v>0.415</c:v>
                  </c:pt>
                  <c:pt idx="124">
                    <c:v>0.42</c:v>
                  </c:pt>
                  <c:pt idx="125">
                    <c:v>0.425</c:v>
                  </c:pt>
                  <c:pt idx="126">
                    <c:v>0.43</c:v>
                  </c:pt>
                  <c:pt idx="127">
                    <c:v>0.435</c:v>
                  </c:pt>
                  <c:pt idx="128">
                    <c:v>0.44</c:v>
                  </c:pt>
                  <c:pt idx="129">
                    <c:v>0.445</c:v>
                  </c:pt>
                  <c:pt idx="130">
                    <c:v>0.45</c:v>
                  </c:pt>
                </c:lvl>
              </c:multiLvlStrCache>
            </c:multiLvlStrRef>
          </c:cat>
          <c:val>
            <c:numRef>
              <c:f>Sheet1!$B$2:$B$132</c:f>
              <c:numCache>
                <c:formatCode>General</c:formatCode>
                <c:ptCount val="131"/>
                <c:pt idx="0">
                  <c:v>0.8058</c:v>
                </c:pt>
                <c:pt idx="1">
                  <c:v>0.9787</c:v>
                </c:pt>
                <c:pt idx="2">
                  <c:v>0.8218</c:v>
                </c:pt>
                <c:pt idx="3">
                  <c:v>0.9063</c:v>
                </c:pt>
                <c:pt idx="4">
                  <c:v>0.8956</c:v>
                </c:pt>
                <c:pt idx="5">
                  <c:v>0.7742</c:v>
                </c:pt>
                <c:pt idx="6">
                  <c:v>0.8318</c:v>
                </c:pt>
                <c:pt idx="7">
                  <c:v>0.7158</c:v>
                </c:pt>
                <c:pt idx="8">
                  <c:v>0.8449</c:v>
                </c:pt>
                <c:pt idx="9">
                  <c:v>0.8263</c:v>
                </c:pt>
                <c:pt idx="10">
                  <c:v>0.833</c:v>
                </c:pt>
                <c:pt idx="11">
                  <c:v>0.7721</c:v>
                </c:pt>
                <c:pt idx="12">
                  <c:v>0.9593</c:v>
                </c:pt>
                <c:pt idx="13">
                  <c:v>0.8565</c:v>
                </c:pt>
                <c:pt idx="14">
                  <c:v>0.9151</c:v>
                </c:pt>
                <c:pt idx="15">
                  <c:v>0.8846</c:v>
                </c:pt>
                <c:pt idx="16">
                  <c:v>0.8857</c:v>
                </c:pt>
                <c:pt idx="17">
                  <c:v>0.9004</c:v>
                </c:pt>
                <c:pt idx="18">
                  <c:v>0.8971</c:v>
                </c:pt>
                <c:pt idx="19">
                  <c:v>0.9561</c:v>
                </c:pt>
                <c:pt idx="20">
                  <c:v>0.949</c:v>
                </c:pt>
                <c:pt idx="21">
                  <c:v>0.8454</c:v>
                </c:pt>
                <c:pt idx="22">
                  <c:v>0.7711</c:v>
                </c:pt>
                <c:pt idx="23">
                  <c:v>0.786</c:v>
                </c:pt>
                <c:pt idx="24">
                  <c:v>0.8155</c:v>
                </c:pt>
                <c:pt idx="25">
                  <c:v>0.8868</c:v>
                </c:pt>
                <c:pt idx="26">
                  <c:v>0.7993</c:v>
                </c:pt>
                <c:pt idx="27">
                  <c:v>0.8117</c:v>
                </c:pt>
                <c:pt idx="28">
                  <c:v>0.8257</c:v>
                </c:pt>
                <c:pt idx="29">
                  <c:v>0.7994</c:v>
                </c:pt>
                <c:pt idx="30">
                  <c:v>0.7984</c:v>
                </c:pt>
                <c:pt idx="31">
                  <c:v>0.7682</c:v>
                </c:pt>
                <c:pt idx="32">
                  <c:v>0.7558</c:v>
                </c:pt>
                <c:pt idx="33">
                  <c:v>0.8333</c:v>
                </c:pt>
                <c:pt idx="34">
                  <c:v>0.6967</c:v>
                </c:pt>
                <c:pt idx="35">
                  <c:v>0.7898</c:v>
                </c:pt>
                <c:pt idx="36">
                  <c:v>0.7215</c:v>
                </c:pt>
                <c:pt idx="37">
                  <c:v>0.7052</c:v>
                </c:pt>
                <c:pt idx="38">
                  <c:v>0.8254</c:v>
                </c:pt>
                <c:pt idx="39">
                  <c:v>0.6981</c:v>
                </c:pt>
                <c:pt idx="40">
                  <c:v>0.7485</c:v>
                </c:pt>
                <c:pt idx="41">
                  <c:v>0.812</c:v>
                </c:pt>
                <c:pt idx="42">
                  <c:v>0.7845</c:v>
                </c:pt>
                <c:pt idx="43">
                  <c:v>0.8117</c:v>
                </c:pt>
                <c:pt idx="44">
                  <c:v>0.8364</c:v>
                </c:pt>
                <c:pt idx="45">
                  <c:v>0.8749</c:v>
                </c:pt>
                <c:pt idx="46">
                  <c:v>0.8656</c:v>
                </c:pt>
                <c:pt idx="47">
                  <c:v>0.8681</c:v>
                </c:pt>
                <c:pt idx="48">
                  <c:v>0.8909</c:v>
                </c:pt>
                <c:pt idx="49">
                  <c:v>0.972</c:v>
                </c:pt>
                <c:pt idx="50">
                  <c:v>0.9907</c:v>
                </c:pt>
                <c:pt idx="51">
                  <c:v>1.0634</c:v>
                </c:pt>
                <c:pt idx="52">
                  <c:v>1.265</c:v>
                </c:pt>
                <c:pt idx="53">
                  <c:v>1.4915</c:v>
                </c:pt>
                <c:pt idx="54">
                  <c:v>1.8703</c:v>
                </c:pt>
                <c:pt idx="55">
                  <c:v>2.3537</c:v>
                </c:pt>
                <c:pt idx="56">
                  <c:v>3.2064</c:v>
                </c:pt>
                <c:pt idx="57">
                  <c:v>4.1871</c:v>
                </c:pt>
                <c:pt idx="58">
                  <c:v>5.4175</c:v>
                </c:pt>
                <c:pt idx="59">
                  <c:v>6.8152</c:v>
                </c:pt>
                <c:pt idx="60">
                  <c:v>8.7732</c:v>
                </c:pt>
                <c:pt idx="61">
                  <c:v>10.5613</c:v>
                </c:pt>
                <c:pt idx="62">
                  <c:v>12.5485</c:v>
                </c:pt>
                <c:pt idx="63">
                  <c:v>15.1214</c:v>
                </c:pt>
                <c:pt idx="64">
                  <c:v>17.3177</c:v>
                </c:pt>
                <c:pt idx="65">
                  <c:v>19.4255</c:v>
                </c:pt>
                <c:pt idx="66">
                  <c:v>21.2921</c:v>
                </c:pt>
                <c:pt idx="67">
                  <c:v>22.6544</c:v>
                </c:pt>
                <c:pt idx="68">
                  <c:v>23.9337</c:v>
                </c:pt>
                <c:pt idx="69">
                  <c:v>24.0465</c:v>
                </c:pt>
                <c:pt idx="70">
                  <c:v>23.2238</c:v>
                </c:pt>
                <c:pt idx="71">
                  <c:v>22.4342</c:v>
                </c:pt>
                <c:pt idx="72">
                  <c:v>20.5945</c:v>
                </c:pt>
                <c:pt idx="73">
                  <c:v>19.2321</c:v>
                </c:pt>
                <c:pt idx="74">
                  <c:v>17.3446</c:v>
                </c:pt>
                <c:pt idx="75">
                  <c:v>14.731</c:v>
                </c:pt>
                <c:pt idx="76">
                  <c:v>12.0469</c:v>
                </c:pt>
                <c:pt idx="77">
                  <c:v>9.9339</c:v>
                </c:pt>
                <c:pt idx="78">
                  <c:v>8.1714</c:v>
                </c:pt>
                <c:pt idx="79">
                  <c:v>6.2872</c:v>
                </c:pt>
                <c:pt idx="80">
                  <c:v>4.8608</c:v>
                </c:pt>
                <c:pt idx="81">
                  <c:v>3.7738</c:v>
                </c:pt>
                <c:pt idx="82">
                  <c:v>2.79</c:v>
                </c:pt>
                <c:pt idx="83">
                  <c:v>2.2805</c:v>
                </c:pt>
                <c:pt idx="84">
                  <c:v>1.7237</c:v>
                </c:pt>
                <c:pt idx="85">
                  <c:v>1.3831</c:v>
                </c:pt>
                <c:pt idx="86">
                  <c:v>1.2068</c:v>
                </c:pt>
                <c:pt idx="87">
                  <c:v>1.0481</c:v>
                </c:pt>
                <c:pt idx="88">
                  <c:v>0.9968</c:v>
                </c:pt>
                <c:pt idx="89">
                  <c:v>0.8784</c:v>
                </c:pt>
                <c:pt idx="90">
                  <c:v>0.9006</c:v>
                </c:pt>
                <c:pt idx="91">
                  <c:v>0.9345</c:v>
                </c:pt>
                <c:pt idx="92">
                  <c:v>0.8845</c:v>
                </c:pt>
                <c:pt idx="93">
                  <c:v>0.9556</c:v>
                </c:pt>
                <c:pt idx="94">
                  <c:v>0.8529</c:v>
                </c:pt>
                <c:pt idx="95">
                  <c:v>0.9417</c:v>
                </c:pt>
                <c:pt idx="96">
                  <c:v>0.7681</c:v>
                </c:pt>
                <c:pt idx="97">
                  <c:v>0.8612</c:v>
                </c:pt>
                <c:pt idx="98">
                  <c:v>0.7952</c:v>
                </c:pt>
                <c:pt idx="99">
                  <c:v>0.7685</c:v>
                </c:pt>
                <c:pt idx="100">
                  <c:v>0.8109</c:v>
                </c:pt>
                <c:pt idx="101">
                  <c:v>0.7931</c:v>
                </c:pt>
                <c:pt idx="102">
                  <c:v>0.8136</c:v>
                </c:pt>
                <c:pt idx="103">
                  <c:v>0.8703</c:v>
                </c:pt>
                <c:pt idx="104">
                  <c:v>0.8865</c:v>
                </c:pt>
                <c:pt idx="105">
                  <c:v>0.9643</c:v>
                </c:pt>
                <c:pt idx="106">
                  <c:v>0.8828</c:v>
                </c:pt>
                <c:pt idx="107">
                  <c:v>0.9022</c:v>
                </c:pt>
                <c:pt idx="108">
                  <c:v>0.8459</c:v>
                </c:pt>
                <c:pt idx="109">
                  <c:v>0.8599</c:v>
                </c:pt>
                <c:pt idx="110">
                  <c:v>0.8459</c:v>
                </c:pt>
                <c:pt idx="111">
                  <c:v>0.8195</c:v>
                </c:pt>
                <c:pt idx="112">
                  <c:v>0.7865</c:v>
                </c:pt>
                <c:pt idx="113">
                  <c:v>0.9027</c:v>
                </c:pt>
                <c:pt idx="114">
                  <c:v>0.8704</c:v>
                </c:pt>
                <c:pt idx="115">
                  <c:v>0.7278</c:v>
                </c:pt>
                <c:pt idx="116">
                  <c:v>0.7945</c:v>
                </c:pt>
                <c:pt idx="117">
                  <c:v>0.819</c:v>
                </c:pt>
                <c:pt idx="118">
                  <c:v>0.8447</c:v>
                </c:pt>
                <c:pt idx="119">
                  <c:v>0.8153</c:v>
                </c:pt>
                <c:pt idx="120">
                  <c:v>0.8636</c:v>
                </c:pt>
                <c:pt idx="121">
                  <c:v>0.9401</c:v>
                </c:pt>
                <c:pt idx="122">
                  <c:v>0.8797</c:v>
                </c:pt>
                <c:pt idx="123">
                  <c:v>0.8428</c:v>
                </c:pt>
                <c:pt idx="124">
                  <c:v>0.8747</c:v>
                </c:pt>
                <c:pt idx="125">
                  <c:v>0.9081</c:v>
                </c:pt>
                <c:pt idx="126">
                  <c:v>0.8609</c:v>
                </c:pt>
                <c:pt idx="127">
                  <c:v>0.8475</c:v>
                </c:pt>
                <c:pt idx="128">
                  <c:v>0.8649</c:v>
                </c:pt>
                <c:pt idx="129">
                  <c:v>0.9006</c:v>
                </c:pt>
                <c:pt idx="130">
                  <c:v>0.8583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capture_probe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Sheet1!$A$2:$A$132</c:f>
              <c:multiLvlStrCache>
                <c:ptCount val="131"/>
                <c:lvl>
                  <c:pt idx="0">
                    <c:v>-0.2</c:v>
                  </c:pt>
                  <c:pt idx="1">
                    <c:v>-0.195</c:v>
                  </c:pt>
                  <c:pt idx="2">
                    <c:v>-0.19</c:v>
                  </c:pt>
                  <c:pt idx="3">
                    <c:v>-0.185</c:v>
                  </c:pt>
                  <c:pt idx="4">
                    <c:v>-0.18</c:v>
                  </c:pt>
                  <c:pt idx="5">
                    <c:v>-0.175</c:v>
                  </c:pt>
                  <c:pt idx="6">
                    <c:v>-0.17</c:v>
                  </c:pt>
                  <c:pt idx="7">
                    <c:v>-0.165</c:v>
                  </c:pt>
                  <c:pt idx="8">
                    <c:v>-0.16</c:v>
                  </c:pt>
                  <c:pt idx="9">
                    <c:v>-0.155</c:v>
                  </c:pt>
                  <c:pt idx="10">
                    <c:v>-0.15</c:v>
                  </c:pt>
                  <c:pt idx="11">
                    <c:v>-0.145</c:v>
                  </c:pt>
                  <c:pt idx="12">
                    <c:v>-0.14</c:v>
                  </c:pt>
                  <c:pt idx="13">
                    <c:v>-0.135</c:v>
                  </c:pt>
                  <c:pt idx="14">
                    <c:v>-0.13</c:v>
                  </c:pt>
                  <c:pt idx="15">
                    <c:v>-0.125</c:v>
                  </c:pt>
                  <c:pt idx="16">
                    <c:v>-0.12</c:v>
                  </c:pt>
                  <c:pt idx="17">
                    <c:v>-0.115</c:v>
                  </c:pt>
                  <c:pt idx="18">
                    <c:v>-0.11</c:v>
                  </c:pt>
                  <c:pt idx="19">
                    <c:v>-0.105</c:v>
                  </c:pt>
                  <c:pt idx="20">
                    <c:v>-0.1</c:v>
                  </c:pt>
                  <c:pt idx="21">
                    <c:v>-0.095</c:v>
                  </c:pt>
                  <c:pt idx="22">
                    <c:v>-0.09</c:v>
                  </c:pt>
                  <c:pt idx="23">
                    <c:v>-0.085</c:v>
                  </c:pt>
                  <c:pt idx="24">
                    <c:v>-0.08</c:v>
                  </c:pt>
                  <c:pt idx="25">
                    <c:v>-0.075</c:v>
                  </c:pt>
                  <c:pt idx="26">
                    <c:v>-0.07</c:v>
                  </c:pt>
                  <c:pt idx="27">
                    <c:v>-0.065</c:v>
                  </c:pt>
                  <c:pt idx="28">
                    <c:v>-0.06</c:v>
                  </c:pt>
                  <c:pt idx="29">
                    <c:v>-0.055</c:v>
                  </c:pt>
                  <c:pt idx="30">
                    <c:v>-0.05</c:v>
                  </c:pt>
                  <c:pt idx="31">
                    <c:v>-0.045</c:v>
                  </c:pt>
                  <c:pt idx="32">
                    <c:v>-0.04</c:v>
                  </c:pt>
                  <c:pt idx="33">
                    <c:v>-0.035</c:v>
                  </c:pt>
                  <c:pt idx="34">
                    <c:v>-0.03</c:v>
                  </c:pt>
                  <c:pt idx="35">
                    <c:v>-0.025</c:v>
                  </c:pt>
                  <c:pt idx="36">
                    <c:v>-0.02</c:v>
                  </c:pt>
                  <c:pt idx="37">
                    <c:v>-0.015</c:v>
                  </c:pt>
                  <c:pt idx="38">
                    <c:v>-0.01</c:v>
                  </c:pt>
                  <c:pt idx="39">
                    <c:v>-0.005</c:v>
                  </c:pt>
                  <c:pt idx="40">
                    <c:v>0</c:v>
                  </c:pt>
                  <c:pt idx="41">
                    <c:v>0.005</c:v>
                  </c:pt>
                  <c:pt idx="42">
                    <c:v>0.01</c:v>
                  </c:pt>
                  <c:pt idx="43">
                    <c:v>0.015</c:v>
                  </c:pt>
                  <c:pt idx="44">
                    <c:v>0.02</c:v>
                  </c:pt>
                  <c:pt idx="45">
                    <c:v>0.025</c:v>
                  </c:pt>
                  <c:pt idx="46">
                    <c:v>0.03</c:v>
                  </c:pt>
                  <c:pt idx="47">
                    <c:v>0.035</c:v>
                  </c:pt>
                  <c:pt idx="48">
                    <c:v>0.04</c:v>
                  </c:pt>
                  <c:pt idx="49">
                    <c:v>0.045</c:v>
                  </c:pt>
                  <c:pt idx="50">
                    <c:v>0.05</c:v>
                  </c:pt>
                  <c:pt idx="51">
                    <c:v>0.055</c:v>
                  </c:pt>
                  <c:pt idx="52">
                    <c:v>0.06</c:v>
                  </c:pt>
                  <c:pt idx="53">
                    <c:v>0.065</c:v>
                  </c:pt>
                  <c:pt idx="54">
                    <c:v>0.07</c:v>
                  </c:pt>
                  <c:pt idx="55">
                    <c:v>0.075</c:v>
                  </c:pt>
                  <c:pt idx="56">
                    <c:v>0.08</c:v>
                  </c:pt>
                  <c:pt idx="57">
                    <c:v>0.085</c:v>
                  </c:pt>
                  <c:pt idx="58">
                    <c:v>0.09</c:v>
                  </c:pt>
                  <c:pt idx="59">
                    <c:v>0.095</c:v>
                  </c:pt>
                  <c:pt idx="60">
                    <c:v>0.1</c:v>
                  </c:pt>
                  <c:pt idx="61">
                    <c:v>0.105</c:v>
                  </c:pt>
                  <c:pt idx="62">
                    <c:v>0.11</c:v>
                  </c:pt>
                  <c:pt idx="63">
                    <c:v>0.115</c:v>
                  </c:pt>
                  <c:pt idx="64">
                    <c:v>0.12</c:v>
                  </c:pt>
                  <c:pt idx="65">
                    <c:v>0.125</c:v>
                  </c:pt>
                  <c:pt idx="66">
                    <c:v>0.13</c:v>
                  </c:pt>
                  <c:pt idx="67">
                    <c:v>0.135</c:v>
                  </c:pt>
                  <c:pt idx="68">
                    <c:v>0.14</c:v>
                  </c:pt>
                  <c:pt idx="69">
                    <c:v>0.145</c:v>
                  </c:pt>
                  <c:pt idx="70">
                    <c:v>0.15</c:v>
                  </c:pt>
                  <c:pt idx="71">
                    <c:v>0.155</c:v>
                  </c:pt>
                  <c:pt idx="72">
                    <c:v>0.16</c:v>
                  </c:pt>
                  <c:pt idx="73">
                    <c:v>0.165</c:v>
                  </c:pt>
                  <c:pt idx="74">
                    <c:v>0.17</c:v>
                  </c:pt>
                  <c:pt idx="75">
                    <c:v>0.175</c:v>
                  </c:pt>
                  <c:pt idx="76">
                    <c:v>0.18</c:v>
                  </c:pt>
                  <c:pt idx="77">
                    <c:v>0.185</c:v>
                  </c:pt>
                  <c:pt idx="78">
                    <c:v>0.19</c:v>
                  </c:pt>
                  <c:pt idx="79">
                    <c:v>0.195</c:v>
                  </c:pt>
                  <c:pt idx="80">
                    <c:v>0.2</c:v>
                  </c:pt>
                  <c:pt idx="81">
                    <c:v>0.205</c:v>
                  </c:pt>
                  <c:pt idx="82">
                    <c:v>0.21</c:v>
                  </c:pt>
                  <c:pt idx="83">
                    <c:v>0.215</c:v>
                  </c:pt>
                  <c:pt idx="84">
                    <c:v>0.22</c:v>
                  </c:pt>
                  <c:pt idx="85">
                    <c:v>0.225</c:v>
                  </c:pt>
                  <c:pt idx="86">
                    <c:v>0.23</c:v>
                  </c:pt>
                  <c:pt idx="87">
                    <c:v>0.235</c:v>
                  </c:pt>
                  <c:pt idx="88">
                    <c:v>0.24</c:v>
                  </c:pt>
                  <c:pt idx="89">
                    <c:v>0.245</c:v>
                  </c:pt>
                  <c:pt idx="90">
                    <c:v>0.25</c:v>
                  </c:pt>
                  <c:pt idx="91">
                    <c:v>0.255</c:v>
                  </c:pt>
                  <c:pt idx="92">
                    <c:v>0.26</c:v>
                  </c:pt>
                  <c:pt idx="93">
                    <c:v>0.265</c:v>
                  </c:pt>
                  <c:pt idx="94">
                    <c:v>0.27</c:v>
                  </c:pt>
                  <c:pt idx="95">
                    <c:v>0.275</c:v>
                  </c:pt>
                  <c:pt idx="96">
                    <c:v>0.28</c:v>
                  </c:pt>
                  <c:pt idx="97">
                    <c:v>0.285</c:v>
                  </c:pt>
                  <c:pt idx="98">
                    <c:v>0.29</c:v>
                  </c:pt>
                  <c:pt idx="99">
                    <c:v>0.295</c:v>
                  </c:pt>
                  <c:pt idx="100">
                    <c:v>0.3</c:v>
                  </c:pt>
                  <c:pt idx="101">
                    <c:v>0.305</c:v>
                  </c:pt>
                  <c:pt idx="102">
                    <c:v>0.31</c:v>
                  </c:pt>
                  <c:pt idx="103">
                    <c:v>0.315</c:v>
                  </c:pt>
                  <c:pt idx="104">
                    <c:v>0.32</c:v>
                  </c:pt>
                  <c:pt idx="105">
                    <c:v>0.325</c:v>
                  </c:pt>
                  <c:pt idx="106">
                    <c:v>0.33</c:v>
                  </c:pt>
                  <c:pt idx="107">
                    <c:v>0.335</c:v>
                  </c:pt>
                  <c:pt idx="108">
                    <c:v>0.34</c:v>
                  </c:pt>
                  <c:pt idx="109">
                    <c:v>0.345</c:v>
                  </c:pt>
                  <c:pt idx="110">
                    <c:v>0.35</c:v>
                  </c:pt>
                  <c:pt idx="111">
                    <c:v>0.355</c:v>
                  </c:pt>
                  <c:pt idx="112">
                    <c:v>0.36</c:v>
                  </c:pt>
                  <c:pt idx="113">
                    <c:v>0.365</c:v>
                  </c:pt>
                  <c:pt idx="114">
                    <c:v>0.37</c:v>
                  </c:pt>
                  <c:pt idx="115">
                    <c:v>0.375</c:v>
                  </c:pt>
                  <c:pt idx="116">
                    <c:v>0.38</c:v>
                  </c:pt>
                  <c:pt idx="117">
                    <c:v>0.385</c:v>
                  </c:pt>
                  <c:pt idx="118">
                    <c:v>0.39</c:v>
                  </c:pt>
                  <c:pt idx="119">
                    <c:v>0.395</c:v>
                  </c:pt>
                  <c:pt idx="120">
                    <c:v>0.4</c:v>
                  </c:pt>
                  <c:pt idx="121">
                    <c:v>0.405</c:v>
                  </c:pt>
                  <c:pt idx="122">
                    <c:v>0.41</c:v>
                  </c:pt>
                  <c:pt idx="123">
                    <c:v>0.415</c:v>
                  </c:pt>
                  <c:pt idx="124">
                    <c:v>0.42</c:v>
                  </c:pt>
                  <c:pt idx="125">
                    <c:v>0.425</c:v>
                  </c:pt>
                  <c:pt idx="126">
                    <c:v>0.43</c:v>
                  </c:pt>
                  <c:pt idx="127">
                    <c:v>0.435</c:v>
                  </c:pt>
                  <c:pt idx="128">
                    <c:v>0.44</c:v>
                  </c:pt>
                  <c:pt idx="129">
                    <c:v>0.445</c:v>
                  </c:pt>
                  <c:pt idx="130">
                    <c:v>0.45</c:v>
                  </c:pt>
                </c:lvl>
              </c:multiLvlStrCache>
            </c:multiLvlStrRef>
          </c:cat>
          <c:val>
            <c:numRef>
              <c:f>Sheet1!$C$2:$C$132</c:f>
              <c:numCache>
                <c:formatCode>General</c:formatCode>
                <c:ptCount val="131"/>
                <c:pt idx="0">
                  <c:v>0.7008</c:v>
                </c:pt>
                <c:pt idx="1">
                  <c:v>0.6744</c:v>
                </c:pt>
                <c:pt idx="2">
                  <c:v>0.7247</c:v>
                </c:pt>
                <c:pt idx="3">
                  <c:v>0.7023</c:v>
                </c:pt>
                <c:pt idx="4">
                  <c:v>0.6834</c:v>
                </c:pt>
                <c:pt idx="5">
                  <c:v>0.6404</c:v>
                </c:pt>
                <c:pt idx="6">
                  <c:v>0.6833</c:v>
                </c:pt>
                <c:pt idx="7">
                  <c:v>0.632</c:v>
                </c:pt>
                <c:pt idx="8">
                  <c:v>0.6006</c:v>
                </c:pt>
                <c:pt idx="9">
                  <c:v>0.6243</c:v>
                </c:pt>
                <c:pt idx="10">
                  <c:v>0.6397</c:v>
                </c:pt>
                <c:pt idx="11">
                  <c:v>0.6821</c:v>
                </c:pt>
                <c:pt idx="12">
                  <c:v>0.6863</c:v>
                </c:pt>
                <c:pt idx="13">
                  <c:v>0.6524</c:v>
                </c:pt>
                <c:pt idx="14">
                  <c:v>0.7521</c:v>
                </c:pt>
                <c:pt idx="15">
                  <c:v>0.6479</c:v>
                </c:pt>
                <c:pt idx="16">
                  <c:v>0.718</c:v>
                </c:pt>
                <c:pt idx="17">
                  <c:v>0.7181</c:v>
                </c:pt>
                <c:pt idx="18">
                  <c:v>0.7997</c:v>
                </c:pt>
                <c:pt idx="19">
                  <c:v>0.7308</c:v>
                </c:pt>
                <c:pt idx="20">
                  <c:v>0.7485</c:v>
                </c:pt>
                <c:pt idx="21">
                  <c:v>0.6223</c:v>
                </c:pt>
                <c:pt idx="22">
                  <c:v>0.6196</c:v>
                </c:pt>
                <c:pt idx="23">
                  <c:v>0.6151</c:v>
                </c:pt>
                <c:pt idx="24">
                  <c:v>0.6334</c:v>
                </c:pt>
                <c:pt idx="25">
                  <c:v>0.6816</c:v>
                </c:pt>
                <c:pt idx="26">
                  <c:v>0.6435</c:v>
                </c:pt>
                <c:pt idx="27">
                  <c:v>0.6745</c:v>
                </c:pt>
                <c:pt idx="28">
                  <c:v>0.6819</c:v>
                </c:pt>
                <c:pt idx="29">
                  <c:v>0.6402</c:v>
                </c:pt>
                <c:pt idx="30">
                  <c:v>0.6361</c:v>
                </c:pt>
                <c:pt idx="31">
                  <c:v>0.6695</c:v>
                </c:pt>
                <c:pt idx="32">
                  <c:v>0.6252</c:v>
                </c:pt>
                <c:pt idx="33">
                  <c:v>0.6576</c:v>
                </c:pt>
                <c:pt idx="34">
                  <c:v>0.8437</c:v>
                </c:pt>
                <c:pt idx="35">
                  <c:v>0.7744</c:v>
                </c:pt>
                <c:pt idx="36">
                  <c:v>0.7445</c:v>
                </c:pt>
                <c:pt idx="37">
                  <c:v>0.7727</c:v>
                </c:pt>
                <c:pt idx="38">
                  <c:v>0.7904</c:v>
                </c:pt>
                <c:pt idx="39">
                  <c:v>0.8128</c:v>
                </c:pt>
                <c:pt idx="40">
                  <c:v>0.7772</c:v>
                </c:pt>
                <c:pt idx="41">
                  <c:v>0.8214</c:v>
                </c:pt>
                <c:pt idx="42">
                  <c:v>0.8441</c:v>
                </c:pt>
                <c:pt idx="43">
                  <c:v>0.7893</c:v>
                </c:pt>
                <c:pt idx="44">
                  <c:v>0.7281</c:v>
                </c:pt>
                <c:pt idx="45">
                  <c:v>0.8365</c:v>
                </c:pt>
                <c:pt idx="46">
                  <c:v>0.7662</c:v>
                </c:pt>
                <c:pt idx="47">
                  <c:v>0.7785</c:v>
                </c:pt>
                <c:pt idx="48">
                  <c:v>0.7742</c:v>
                </c:pt>
                <c:pt idx="49">
                  <c:v>0.7313</c:v>
                </c:pt>
                <c:pt idx="50">
                  <c:v>0.9329</c:v>
                </c:pt>
                <c:pt idx="51">
                  <c:v>0.8827</c:v>
                </c:pt>
                <c:pt idx="52">
                  <c:v>1.0734</c:v>
                </c:pt>
                <c:pt idx="53">
                  <c:v>1.2704</c:v>
                </c:pt>
                <c:pt idx="54">
                  <c:v>1.4421</c:v>
                </c:pt>
                <c:pt idx="55">
                  <c:v>1.9301</c:v>
                </c:pt>
                <c:pt idx="56">
                  <c:v>2.3477</c:v>
                </c:pt>
                <c:pt idx="57">
                  <c:v>3.1653</c:v>
                </c:pt>
                <c:pt idx="58">
                  <c:v>3.9544</c:v>
                </c:pt>
                <c:pt idx="59">
                  <c:v>5.1941</c:v>
                </c:pt>
                <c:pt idx="60">
                  <c:v>6.3575</c:v>
                </c:pt>
                <c:pt idx="61">
                  <c:v>8.11</c:v>
                </c:pt>
                <c:pt idx="62">
                  <c:v>9.7107</c:v>
                </c:pt>
                <c:pt idx="63">
                  <c:v>11.7544</c:v>
                </c:pt>
                <c:pt idx="64">
                  <c:v>13.4303</c:v>
                </c:pt>
                <c:pt idx="65">
                  <c:v>15.5407</c:v>
                </c:pt>
                <c:pt idx="66">
                  <c:v>16.7153</c:v>
                </c:pt>
                <c:pt idx="67">
                  <c:v>19.0986</c:v>
                </c:pt>
                <c:pt idx="68">
                  <c:v>19.6675</c:v>
                </c:pt>
                <c:pt idx="69">
                  <c:v>20.3342</c:v>
                </c:pt>
                <c:pt idx="70">
                  <c:v>20.5094</c:v>
                </c:pt>
                <c:pt idx="71">
                  <c:v>20.2567</c:v>
                </c:pt>
                <c:pt idx="72">
                  <c:v>19.2765</c:v>
                </c:pt>
                <c:pt idx="73">
                  <c:v>17.7938</c:v>
                </c:pt>
                <c:pt idx="74">
                  <c:v>16.3926</c:v>
                </c:pt>
                <c:pt idx="75">
                  <c:v>14.4859</c:v>
                </c:pt>
                <c:pt idx="76">
                  <c:v>12.4072</c:v>
                </c:pt>
                <c:pt idx="77">
                  <c:v>10.875</c:v>
                </c:pt>
                <c:pt idx="78">
                  <c:v>8.8309</c:v>
                </c:pt>
                <c:pt idx="79">
                  <c:v>7.0396</c:v>
                </c:pt>
                <c:pt idx="80">
                  <c:v>5.5068</c:v>
                </c:pt>
                <c:pt idx="81">
                  <c:v>4.3928</c:v>
                </c:pt>
                <c:pt idx="82">
                  <c:v>3.4878</c:v>
                </c:pt>
                <c:pt idx="83">
                  <c:v>2.6747</c:v>
                </c:pt>
                <c:pt idx="84">
                  <c:v>2.0506</c:v>
                </c:pt>
                <c:pt idx="85">
                  <c:v>1.5814</c:v>
                </c:pt>
                <c:pt idx="86">
                  <c:v>1.3955</c:v>
                </c:pt>
                <c:pt idx="87">
                  <c:v>1.1229</c:v>
                </c:pt>
                <c:pt idx="88">
                  <c:v>0.9758</c:v>
                </c:pt>
                <c:pt idx="89">
                  <c:v>0.8507</c:v>
                </c:pt>
                <c:pt idx="90">
                  <c:v>0.7227</c:v>
                </c:pt>
                <c:pt idx="91">
                  <c:v>0.8105</c:v>
                </c:pt>
                <c:pt idx="92">
                  <c:v>0.7018</c:v>
                </c:pt>
                <c:pt idx="93">
                  <c:v>0.76</c:v>
                </c:pt>
                <c:pt idx="94">
                  <c:v>0.8147</c:v>
                </c:pt>
                <c:pt idx="95">
                  <c:v>0.7892</c:v>
                </c:pt>
                <c:pt idx="96">
                  <c:v>0.7224</c:v>
                </c:pt>
                <c:pt idx="97">
                  <c:v>0.8019</c:v>
                </c:pt>
                <c:pt idx="98">
                  <c:v>0.7872</c:v>
                </c:pt>
                <c:pt idx="99">
                  <c:v>0.8314</c:v>
                </c:pt>
                <c:pt idx="100">
                  <c:v>0.7198</c:v>
                </c:pt>
                <c:pt idx="101">
                  <c:v>0.7472</c:v>
                </c:pt>
                <c:pt idx="102">
                  <c:v>0.7699</c:v>
                </c:pt>
                <c:pt idx="103">
                  <c:v>0.7222</c:v>
                </c:pt>
                <c:pt idx="104">
                  <c:v>0.6701</c:v>
                </c:pt>
                <c:pt idx="105">
                  <c:v>0.6705</c:v>
                </c:pt>
                <c:pt idx="106">
                  <c:v>0.6383</c:v>
                </c:pt>
                <c:pt idx="107">
                  <c:v>0.7705</c:v>
                </c:pt>
                <c:pt idx="108">
                  <c:v>0.7291</c:v>
                </c:pt>
                <c:pt idx="109">
                  <c:v>0.6764</c:v>
                </c:pt>
                <c:pt idx="110">
                  <c:v>0.6916</c:v>
                </c:pt>
                <c:pt idx="111">
                  <c:v>0.7398</c:v>
                </c:pt>
                <c:pt idx="112">
                  <c:v>0.7254</c:v>
                </c:pt>
                <c:pt idx="113">
                  <c:v>0.7346</c:v>
                </c:pt>
                <c:pt idx="114">
                  <c:v>0.6912</c:v>
                </c:pt>
                <c:pt idx="115">
                  <c:v>0.7849</c:v>
                </c:pt>
                <c:pt idx="116">
                  <c:v>0.7276</c:v>
                </c:pt>
                <c:pt idx="117">
                  <c:v>0.6785</c:v>
                </c:pt>
                <c:pt idx="118">
                  <c:v>0.7466</c:v>
                </c:pt>
                <c:pt idx="119">
                  <c:v>0.6738</c:v>
                </c:pt>
                <c:pt idx="120">
                  <c:v>0.6799</c:v>
                </c:pt>
                <c:pt idx="121">
                  <c:v>0.686</c:v>
                </c:pt>
                <c:pt idx="122">
                  <c:v>0.7006</c:v>
                </c:pt>
                <c:pt idx="123">
                  <c:v>0.6954</c:v>
                </c:pt>
                <c:pt idx="124">
                  <c:v>0.7147</c:v>
                </c:pt>
                <c:pt idx="125">
                  <c:v>0.6783</c:v>
                </c:pt>
                <c:pt idx="126">
                  <c:v>0.7017</c:v>
                </c:pt>
                <c:pt idx="127">
                  <c:v>0.6807</c:v>
                </c:pt>
                <c:pt idx="128">
                  <c:v>0.6788</c:v>
                </c:pt>
                <c:pt idx="129">
                  <c:v>0.6905</c:v>
                </c:pt>
                <c:pt idx="130">
                  <c:v>0.716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capture_probe_16S_rRNA</c:v>
                </c:pt>
              </c:strCache>
            </c:strRef>
          </c:tx>
          <c:spPr>
            <a:solidFill>
              <a:srgbClr val="0E7C86"/>
            </a:solidFill>
            <a:ln w="25400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Sheet1!$A$2:$A$132</c:f>
              <c:multiLvlStrCache>
                <c:ptCount val="131"/>
                <c:lvl>
                  <c:pt idx="0">
                    <c:v>-0.2</c:v>
                  </c:pt>
                  <c:pt idx="1">
                    <c:v>-0.195</c:v>
                  </c:pt>
                  <c:pt idx="2">
                    <c:v>-0.19</c:v>
                  </c:pt>
                  <c:pt idx="3">
                    <c:v>-0.185</c:v>
                  </c:pt>
                  <c:pt idx="4">
                    <c:v>-0.18</c:v>
                  </c:pt>
                  <c:pt idx="5">
                    <c:v>-0.175</c:v>
                  </c:pt>
                  <c:pt idx="6">
                    <c:v>-0.17</c:v>
                  </c:pt>
                  <c:pt idx="7">
                    <c:v>-0.165</c:v>
                  </c:pt>
                  <c:pt idx="8">
                    <c:v>-0.16</c:v>
                  </c:pt>
                  <c:pt idx="9">
                    <c:v>-0.155</c:v>
                  </c:pt>
                  <c:pt idx="10">
                    <c:v>-0.15</c:v>
                  </c:pt>
                  <c:pt idx="11">
                    <c:v>-0.145</c:v>
                  </c:pt>
                  <c:pt idx="12">
                    <c:v>-0.14</c:v>
                  </c:pt>
                  <c:pt idx="13">
                    <c:v>-0.135</c:v>
                  </c:pt>
                  <c:pt idx="14">
                    <c:v>-0.13</c:v>
                  </c:pt>
                  <c:pt idx="15">
                    <c:v>-0.125</c:v>
                  </c:pt>
                  <c:pt idx="16">
                    <c:v>-0.12</c:v>
                  </c:pt>
                  <c:pt idx="17">
                    <c:v>-0.115</c:v>
                  </c:pt>
                  <c:pt idx="18">
                    <c:v>-0.11</c:v>
                  </c:pt>
                  <c:pt idx="19">
                    <c:v>-0.105</c:v>
                  </c:pt>
                  <c:pt idx="20">
                    <c:v>-0.1</c:v>
                  </c:pt>
                  <c:pt idx="21">
                    <c:v>-0.095</c:v>
                  </c:pt>
                  <c:pt idx="22">
                    <c:v>-0.09</c:v>
                  </c:pt>
                  <c:pt idx="23">
                    <c:v>-0.085</c:v>
                  </c:pt>
                  <c:pt idx="24">
                    <c:v>-0.08</c:v>
                  </c:pt>
                  <c:pt idx="25">
                    <c:v>-0.075</c:v>
                  </c:pt>
                  <c:pt idx="26">
                    <c:v>-0.07</c:v>
                  </c:pt>
                  <c:pt idx="27">
                    <c:v>-0.065</c:v>
                  </c:pt>
                  <c:pt idx="28">
                    <c:v>-0.06</c:v>
                  </c:pt>
                  <c:pt idx="29">
                    <c:v>-0.055</c:v>
                  </c:pt>
                  <c:pt idx="30">
                    <c:v>-0.05</c:v>
                  </c:pt>
                  <c:pt idx="31">
                    <c:v>-0.045</c:v>
                  </c:pt>
                  <c:pt idx="32">
                    <c:v>-0.04</c:v>
                  </c:pt>
                  <c:pt idx="33">
                    <c:v>-0.035</c:v>
                  </c:pt>
                  <c:pt idx="34">
                    <c:v>-0.03</c:v>
                  </c:pt>
                  <c:pt idx="35">
                    <c:v>-0.025</c:v>
                  </c:pt>
                  <c:pt idx="36">
                    <c:v>-0.02</c:v>
                  </c:pt>
                  <c:pt idx="37">
                    <c:v>-0.015</c:v>
                  </c:pt>
                  <c:pt idx="38">
                    <c:v>-0.01</c:v>
                  </c:pt>
                  <c:pt idx="39">
                    <c:v>-0.005</c:v>
                  </c:pt>
                  <c:pt idx="40">
                    <c:v>0</c:v>
                  </c:pt>
                  <c:pt idx="41">
                    <c:v>0.005</c:v>
                  </c:pt>
                  <c:pt idx="42">
                    <c:v>0.01</c:v>
                  </c:pt>
                  <c:pt idx="43">
                    <c:v>0.015</c:v>
                  </c:pt>
                  <c:pt idx="44">
                    <c:v>0.02</c:v>
                  </c:pt>
                  <c:pt idx="45">
                    <c:v>0.025</c:v>
                  </c:pt>
                  <c:pt idx="46">
                    <c:v>0.03</c:v>
                  </c:pt>
                  <c:pt idx="47">
                    <c:v>0.035</c:v>
                  </c:pt>
                  <c:pt idx="48">
                    <c:v>0.04</c:v>
                  </c:pt>
                  <c:pt idx="49">
                    <c:v>0.045</c:v>
                  </c:pt>
                  <c:pt idx="50">
                    <c:v>0.05</c:v>
                  </c:pt>
                  <c:pt idx="51">
                    <c:v>0.055</c:v>
                  </c:pt>
                  <c:pt idx="52">
                    <c:v>0.06</c:v>
                  </c:pt>
                  <c:pt idx="53">
                    <c:v>0.065</c:v>
                  </c:pt>
                  <c:pt idx="54">
                    <c:v>0.07</c:v>
                  </c:pt>
                  <c:pt idx="55">
                    <c:v>0.075</c:v>
                  </c:pt>
                  <c:pt idx="56">
                    <c:v>0.08</c:v>
                  </c:pt>
                  <c:pt idx="57">
                    <c:v>0.085</c:v>
                  </c:pt>
                  <c:pt idx="58">
                    <c:v>0.09</c:v>
                  </c:pt>
                  <c:pt idx="59">
                    <c:v>0.095</c:v>
                  </c:pt>
                  <c:pt idx="60">
                    <c:v>0.1</c:v>
                  </c:pt>
                  <c:pt idx="61">
                    <c:v>0.105</c:v>
                  </c:pt>
                  <c:pt idx="62">
                    <c:v>0.11</c:v>
                  </c:pt>
                  <c:pt idx="63">
                    <c:v>0.115</c:v>
                  </c:pt>
                  <c:pt idx="64">
                    <c:v>0.12</c:v>
                  </c:pt>
                  <c:pt idx="65">
                    <c:v>0.125</c:v>
                  </c:pt>
                  <c:pt idx="66">
                    <c:v>0.13</c:v>
                  </c:pt>
                  <c:pt idx="67">
                    <c:v>0.135</c:v>
                  </c:pt>
                  <c:pt idx="68">
                    <c:v>0.14</c:v>
                  </c:pt>
                  <c:pt idx="69">
                    <c:v>0.145</c:v>
                  </c:pt>
                  <c:pt idx="70">
                    <c:v>0.15</c:v>
                  </c:pt>
                  <c:pt idx="71">
                    <c:v>0.155</c:v>
                  </c:pt>
                  <c:pt idx="72">
                    <c:v>0.16</c:v>
                  </c:pt>
                  <c:pt idx="73">
                    <c:v>0.165</c:v>
                  </c:pt>
                  <c:pt idx="74">
                    <c:v>0.17</c:v>
                  </c:pt>
                  <c:pt idx="75">
                    <c:v>0.175</c:v>
                  </c:pt>
                  <c:pt idx="76">
                    <c:v>0.18</c:v>
                  </c:pt>
                  <c:pt idx="77">
                    <c:v>0.185</c:v>
                  </c:pt>
                  <c:pt idx="78">
                    <c:v>0.19</c:v>
                  </c:pt>
                  <c:pt idx="79">
                    <c:v>0.195</c:v>
                  </c:pt>
                  <c:pt idx="80">
                    <c:v>0.2</c:v>
                  </c:pt>
                  <c:pt idx="81">
                    <c:v>0.205</c:v>
                  </c:pt>
                  <c:pt idx="82">
                    <c:v>0.21</c:v>
                  </c:pt>
                  <c:pt idx="83">
                    <c:v>0.215</c:v>
                  </c:pt>
                  <c:pt idx="84">
                    <c:v>0.22</c:v>
                  </c:pt>
                  <c:pt idx="85">
                    <c:v>0.225</c:v>
                  </c:pt>
                  <c:pt idx="86">
                    <c:v>0.23</c:v>
                  </c:pt>
                  <c:pt idx="87">
                    <c:v>0.235</c:v>
                  </c:pt>
                  <c:pt idx="88">
                    <c:v>0.24</c:v>
                  </c:pt>
                  <c:pt idx="89">
                    <c:v>0.245</c:v>
                  </c:pt>
                  <c:pt idx="90">
                    <c:v>0.25</c:v>
                  </c:pt>
                  <c:pt idx="91">
                    <c:v>0.255</c:v>
                  </c:pt>
                  <c:pt idx="92">
                    <c:v>0.26</c:v>
                  </c:pt>
                  <c:pt idx="93">
                    <c:v>0.265</c:v>
                  </c:pt>
                  <c:pt idx="94">
                    <c:v>0.27</c:v>
                  </c:pt>
                  <c:pt idx="95">
                    <c:v>0.275</c:v>
                  </c:pt>
                  <c:pt idx="96">
                    <c:v>0.28</c:v>
                  </c:pt>
                  <c:pt idx="97">
                    <c:v>0.285</c:v>
                  </c:pt>
                  <c:pt idx="98">
                    <c:v>0.29</c:v>
                  </c:pt>
                  <c:pt idx="99">
                    <c:v>0.295</c:v>
                  </c:pt>
                  <c:pt idx="100">
                    <c:v>0.3</c:v>
                  </c:pt>
                  <c:pt idx="101">
                    <c:v>0.305</c:v>
                  </c:pt>
                  <c:pt idx="102">
                    <c:v>0.31</c:v>
                  </c:pt>
                  <c:pt idx="103">
                    <c:v>0.315</c:v>
                  </c:pt>
                  <c:pt idx="104">
                    <c:v>0.32</c:v>
                  </c:pt>
                  <c:pt idx="105">
                    <c:v>0.325</c:v>
                  </c:pt>
                  <c:pt idx="106">
                    <c:v>0.33</c:v>
                  </c:pt>
                  <c:pt idx="107">
                    <c:v>0.335</c:v>
                  </c:pt>
                  <c:pt idx="108">
                    <c:v>0.34</c:v>
                  </c:pt>
                  <c:pt idx="109">
                    <c:v>0.345</c:v>
                  </c:pt>
                  <c:pt idx="110">
                    <c:v>0.35</c:v>
                  </c:pt>
                  <c:pt idx="111">
                    <c:v>0.355</c:v>
                  </c:pt>
                  <c:pt idx="112">
                    <c:v>0.36</c:v>
                  </c:pt>
                  <c:pt idx="113">
                    <c:v>0.365</c:v>
                  </c:pt>
                  <c:pt idx="114">
                    <c:v>0.37</c:v>
                  </c:pt>
                  <c:pt idx="115">
                    <c:v>0.375</c:v>
                  </c:pt>
                  <c:pt idx="116">
                    <c:v>0.38</c:v>
                  </c:pt>
                  <c:pt idx="117">
                    <c:v>0.385</c:v>
                  </c:pt>
                  <c:pt idx="118">
                    <c:v>0.39</c:v>
                  </c:pt>
                  <c:pt idx="119">
                    <c:v>0.395</c:v>
                  </c:pt>
                  <c:pt idx="120">
                    <c:v>0.4</c:v>
                  </c:pt>
                  <c:pt idx="121">
                    <c:v>0.405</c:v>
                  </c:pt>
                  <c:pt idx="122">
                    <c:v>0.41</c:v>
                  </c:pt>
                  <c:pt idx="123">
                    <c:v>0.415</c:v>
                  </c:pt>
                  <c:pt idx="124">
                    <c:v>0.42</c:v>
                  </c:pt>
                  <c:pt idx="125">
                    <c:v>0.425</c:v>
                  </c:pt>
                  <c:pt idx="126">
                    <c:v>0.43</c:v>
                  </c:pt>
                  <c:pt idx="127">
                    <c:v>0.435</c:v>
                  </c:pt>
                  <c:pt idx="128">
                    <c:v>0.44</c:v>
                  </c:pt>
                  <c:pt idx="129">
                    <c:v>0.445</c:v>
                  </c:pt>
                  <c:pt idx="130">
                    <c:v>0.45</c:v>
                  </c:pt>
                </c:lvl>
              </c:multiLvlStrCache>
            </c:multiLvlStrRef>
          </c:cat>
          <c:val>
            <c:numRef>
              <c:f>Sheet1!$D$2:$D$132</c:f>
              <c:numCache>
                <c:formatCode>General</c:formatCode>
                <c:ptCount val="131"/>
                <c:pt idx="0">
                  <c:v>0.6725</c:v>
                </c:pt>
                <c:pt idx="1">
                  <c:v>0.7194</c:v>
                </c:pt>
                <c:pt idx="2">
                  <c:v>0.6799</c:v>
                </c:pt>
                <c:pt idx="3">
                  <c:v>0.6198</c:v>
                </c:pt>
                <c:pt idx="4">
                  <c:v>0.671</c:v>
                </c:pt>
                <c:pt idx="5">
                  <c:v>0.6472</c:v>
                </c:pt>
                <c:pt idx="6">
                  <c:v>0.6681</c:v>
                </c:pt>
                <c:pt idx="7">
                  <c:v>0.6895</c:v>
                </c:pt>
                <c:pt idx="8">
                  <c:v>0.5559</c:v>
                </c:pt>
                <c:pt idx="9">
                  <c:v>0.7463</c:v>
                </c:pt>
                <c:pt idx="10">
                  <c:v>0.6692</c:v>
                </c:pt>
                <c:pt idx="11">
                  <c:v>0.6319</c:v>
                </c:pt>
                <c:pt idx="12">
                  <c:v>0.6414</c:v>
                </c:pt>
                <c:pt idx="13">
                  <c:v>0.6893</c:v>
                </c:pt>
                <c:pt idx="14">
                  <c:v>0.6446</c:v>
                </c:pt>
                <c:pt idx="15">
                  <c:v>0.6259</c:v>
                </c:pt>
                <c:pt idx="16">
                  <c:v>0.6731</c:v>
                </c:pt>
                <c:pt idx="17">
                  <c:v>0.5776</c:v>
                </c:pt>
                <c:pt idx="18">
                  <c:v>0.6897</c:v>
                </c:pt>
                <c:pt idx="19">
                  <c:v>0.663</c:v>
                </c:pt>
                <c:pt idx="20">
                  <c:v>0.6431</c:v>
                </c:pt>
                <c:pt idx="21">
                  <c:v>0.7403</c:v>
                </c:pt>
                <c:pt idx="22">
                  <c:v>0.7228</c:v>
                </c:pt>
                <c:pt idx="23">
                  <c:v>0.7486</c:v>
                </c:pt>
                <c:pt idx="24">
                  <c:v>0.6773</c:v>
                </c:pt>
                <c:pt idx="25">
                  <c:v>0.7435</c:v>
                </c:pt>
                <c:pt idx="26">
                  <c:v>0.7367</c:v>
                </c:pt>
                <c:pt idx="27">
                  <c:v>0.6896</c:v>
                </c:pt>
                <c:pt idx="28">
                  <c:v>0.7062</c:v>
                </c:pt>
                <c:pt idx="29">
                  <c:v>0.7964</c:v>
                </c:pt>
                <c:pt idx="30">
                  <c:v>0.7149</c:v>
                </c:pt>
                <c:pt idx="31">
                  <c:v>0.6516</c:v>
                </c:pt>
                <c:pt idx="32">
                  <c:v>0.6573</c:v>
                </c:pt>
                <c:pt idx="33">
                  <c:v>0.6856</c:v>
                </c:pt>
                <c:pt idx="34">
                  <c:v>0.7209</c:v>
                </c:pt>
                <c:pt idx="35">
                  <c:v>0.7588</c:v>
                </c:pt>
                <c:pt idx="36">
                  <c:v>0.7177</c:v>
                </c:pt>
                <c:pt idx="37">
                  <c:v>0.6859</c:v>
                </c:pt>
                <c:pt idx="38">
                  <c:v>0.7288</c:v>
                </c:pt>
                <c:pt idx="39">
                  <c:v>0.7348</c:v>
                </c:pt>
                <c:pt idx="40">
                  <c:v>0.6299</c:v>
                </c:pt>
                <c:pt idx="41">
                  <c:v>0.6479</c:v>
                </c:pt>
                <c:pt idx="42">
                  <c:v>0.7313</c:v>
                </c:pt>
                <c:pt idx="43">
                  <c:v>0.5875</c:v>
                </c:pt>
                <c:pt idx="44">
                  <c:v>0.6651</c:v>
                </c:pt>
                <c:pt idx="45">
                  <c:v>0.7213</c:v>
                </c:pt>
                <c:pt idx="46">
                  <c:v>0.6907</c:v>
                </c:pt>
                <c:pt idx="47">
                  <c:v>0.6344</c:v>
                </c:pt>
                <c:pt idx="48">
                  <c:v>0.6779</c:v>
                </c:pt>
                <c:pt idx="49">
                  <c:v>0.7123</c:v>
                </c:pt>
                <c:pt idx="50">
                  <c:v>0.7745</c:v>
                </c:pt>
                <c:pt idx="51">
                  <c:v>0.9326</c:v>
                </c:pt>
                <c:pt idx="52">
                  <c:v>0.9728</c:v>
                </c:pt>
                <c:pt idx="53">
                  <c:v>1.2019</c:v>
                </c:pt>
                <c:pt idx="54">
                  <c:v>1.4515</c:v>
                </c:pt>
                <c:pt idx="55">
                  <c:v>1.6578</c:v>
                </c:pt>
                <c:pt idx="56">
                  <c:v>2.1317</c:v>
                </c:pt>
                <c:pt idx="57">
                  <c:v>2.6257</c:v>
                </c:pt>
                <c:pt idx="58">
                  <c:v>3.4648</c:v>
                </c:pt>
                <c:pt idx="59">
                  <c:v>4.1184</c:v>
                </c:pt>
                <c:pt idx="60">
                  <c:v>5.0854</c:v>
                </c:pt>
                <c:pt idx="61">
                  <c:v>6.3878</c:v>
                </c:pt>
                <c:pt idx="62">
                  <c:v>7.7062</c:v>
                </c:pt>
                <c:pt idx="63">
                  <c:v>9.3048</c:v>
                </c:pt>
                <c:pt idx="64">
                  <c:v>11.1014</c:v>
                </c:pt>
                <c:pt idx="65">
                  <c:v>13.0438</c:v>
                </c:pt>
                <c:pt idx="66">
                  <c:v>14.5412</c:v>
                </c:pt>
                <c:pt idx="67">
                  <c:v>16.8349</c:v>
                </c:pt>
                <c:pt idx="68">
                  <c:v>17.9201</c:v>
                </c:pt>
                <c:pt idx="69">
                  <c:v>18.7161</c:v>
                </c:pt>
                <c:pt idx="70">
                  <c:v>18.9464</c:v>
                </c:pt>
                <c:pt idx="71">
                  <c:v>18.6595</c:v>
                </c:pt>
                <c:pt idx="72">
                  <c:v>17.781</c:v>
                </c:pt>
                <c:pt idx="73">
                  <c:v>16.0973</c:v>
                </c:pt>
                <c:pt idx="74">
                  <c:v>14.7976</c:v>
                </c:pt>
                <c:pt idx="75">
                  <c:v>13.012</c:v>
                </c:pt>
                <c:pt idx="76">
                  <c:v>11.3036</c:v>
                </c:pt>
                <c:pt idx="77">
                  <c:v>9.7066</c:v>
                </c:pt>
                <c:pt idx="78">
                  <c:v>8.3042</c:v>
                </c:pt>
                <c:pt idx="79">
                  <c:v>6.8761</c:v>
                </c:pt>
                <c:pt idx="80">
                  <c:v>5.6656</c:v>
                </c:pt>
                <c:pt idx="81">
                  <c:v>4.5623</c:v>
                </c:pt>
                <c:pt idx="82">
                  <c:v>3.6901</c:v>
                </c:pt>
                <c:pt idx="83">
                  <c:v>2.9549</c:v>
                </c:pt>
                <c:pt idx="84">
                  <c:v>2.319</c:v>
                </c:pt>
                <c:pt idx="85">
                  <c:v>1.7819</c:v>
                </c:pt>
                <c:pt idx="86">
                  <c:v>1.6449</c:v>
                </c:pt>
                <c:pt idx="87">
                  <c:v>1.2623</c:v>
                </c:pt>
                <c:pt idx="88">
                  <c:v>1.0167</c:v>
                </c:pt>
                <c:pt idx="89">
                  <c:v>0.9346</c:v>
                </c:pt>
                <c:pt idx="90">
                  <c:v>0.8151</c:v>
                </c:pt>
                <c:pt idx="91">
                  <c:v>0.732</c:v>
                </c:pt>
                <c:pt idx="92">
                  <c:v>0.7609</c:v>
                </c:pt>
                <c:pt idx="93">
                  <c:v>0.7328</c:v>
                </c:pt>
                <c:pt idx="94">
                  <c:v>0.7077</c:v>
                </c:pt>
                <c:pt idx="95">
                  <c:v>0.7367</c:v>
                </c:pt>
                <c:pt idx="96">
                  <c:v>0.6333</c:v>
                </c:pt>
                <c:pt idx="97">
                  <c:v>0.6796</c:v>
                </c:pt>
                <c:pt idx="98">
                  <c:v>0.6974</c:v>
                </c:pt>
                <c:pt idx="99">
                  <c:v>0.6823</c:v>
                </c:pt>
                <c:pt idx="100">
                  <c:v>0.7203</c:v>
                </c:pt>
                <c:pt idx="101">
                  <c:v>0.6966</c:v>
                </c:pt>
                <c:pt idx="102">
                  <c:v>0.6766</c:v>
                </c:pt>
                <c:pt idx="103">
                  <c:v>0.6683</c:v>
                </c:pt>
                <c:pt idx="104">
                  <c:v>0.7553</c:v>
                </c:pt>
                <c:pt idx="105">
                  <c:v>0.7023</c:v>
                </c:pt>
                <c:pt idx="106">
                  <c:v>0.7315</c:v>
                </c:pt>
                <c:pt idx="107">
                  <c:v>0.6575</c:v>
                </c:pt>
                <c:pt idx="108">
                  <c:v>0.8415</c:v>
                </c:pt>
                <c:pt idx="109">
                  <c:v>0.7967</c:v>
                </c:pt>
                <c:pt idx="110">
                  <c:v>0.7083</c:v>
                </c:pt>
                <c:pt idx="111">
                  <c:v>0.6868</c:v>
                </c:pt>
                <c:pt idx="112">
                  <c:v>0.7304</c:v>
                </c:pt>
                <c:pt idx="113">
                  <c:v>0.7912</c:v>
                </c:pt>
                <c:pt idx="114">
                  <c:v>0.719</c:v>
                </c:pt>
                <c:pt idx="115">
                  <c:v>0.678</c:v>
                </c:pt>
                <c:pt idx="116">
                  <c:v>0.7428</c:v>
                </c:pt>
                <c:pt idx="117">
                  <c:v>0.7293</c:v>
                </c:pt>
                <c:pt idx="118">
                  <c:v>0.6763</c:v>
                </c:pt>
                <c:pt idx="119">
                  <c:v>0.7474</c:v>
                </c:pt>
                <c:pt idx="120">
                  <c:v>0.7644</c:v>
                </c:pt>
                <c:pt idx="121">
                  <c:v>0.7522</c:v>
                </c:pt>
                <c:pt idx="122">
                  <c:v>0.7512</c:v>
                </c:pt>
                <c:pt idx="123">
                  <c:v>0.7499</c:v>
                </c:pt>
                <c:pt idx="124">
                  <c:v>0.6654</c:v>
                </c:pt>
                <c:pt idx="125">
                  <c:v>0.7489</c:v>
                </c:pt>
                <c:pt idx="126">
                  <c:v>0.7596</c:v>
                </c:pt>
                <c:pt idx="127">
                  <c:v>0.7265</c:v>
                </c:pt>
                <c:pt idx="128">
                  <c:v>0.6358</c:v>
                </c:pt>
                <c:pt idx="129">
                  <c:v>0.715</c:v>
                </c:pt>
                <c:pt idx="130">
                  <c:v>0.7339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Potencial (V)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5400000"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Corrente (µA)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Corrente de pico média por estágio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Pico médio (µA)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carbon_clean</c:v>
                  </c:pt>
                  <c:pt idx="1">
                    <c:v>capture_probe</c:v>
                  </c:pt>
                  <c:pt idx="2">
                    <c:v>capture_probe_16S_rRNA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23.064</c:v>
                </c:pt>
                <c:pt idx="1">
                  <c:v>20.572</c:v>
                </c:pt>
                <c:pt idx="2">
                  <c:v>20.018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Corrente de pico média: contaminada vs. não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Pico médio (µA)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Não contaminada</c:v>
                  </c:pt>
                  <c:pt idx="1">
                    <c:v>Contaminada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21.448</c:v>
                </c:pt>
                <c:pt idx="1">
                  <c:v>21.146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Métricas no conjunto de teste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Reg. Logística</c:v>
                  </c:pt>
                  <c:pt idx="2">
                    <c:v>LDA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57.1</c:v>
                </c:pt>
                <c:pt idx="1">
                  <c:v>54.8</c:v>
                </c:pt>
                <c:pt idx="2">
                  <c:v>48.9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Sensibilidade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Reg. Logística</c:v>
                  </c:pt>
                  <c:pt idx="2">
                    <c:v>LDA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77.9</c:v>
                </c:pt>
                <c:pt idx="1">
                  <c:v>56</c:v>
                </c:pt>
                <c:pt idx="2">
                  <c:v>83.3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Especificidade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Reg. Logística</c:v>
                  </c:pt>
                  <c:pt idx="2">
                    <c:v>LDA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36.2</c:v>
                </c:pt>
                <c:pt idx="1">
                  <c:v>53.6</c:v>
                </c:pt>
                <c:pt idx="2">
                  <c:v>14.5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Melhor modelo de cada abordagem — balanced accuracy no teste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 (%)</c:v>
                </c:pt>
              </c:strCache>
            </c:strRef>
          </c:tx>
          <c:spPr>
            <a:solidFill>
              <a:srgbClr val="5B647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4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Medição isolada
(baseline)</c:v>
                  </c:pt>
                  <c:pt idx="1">
                    <c:v>Diferença entre estágios
(resumo)</c:v>
                  </c:pt>
                  <c:pt idx="2">
                    <c:v>Diferença entre estágios
(curva completa)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57.1</c:v>
                </c:pt>
                <c:pt idx="1">
                  <c:v>79.1</c:v>
                </c:pt>
                <c:pt idx="2">
                  <c:v>93.7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Top 10 potenciais — regressão logística padronizada (medição isolada)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|coeficiente|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0.210 V</c:v>
                  </c:pt>
                  <c:pt idx="1">
                    <c:v>0.160 V</c:v>
                  </c:pt>
                  <c:pt idx="2">
                    <c:v>0.110 V</c:v>
                  </c:pt>
                  <c:pt idx="3">
                    <c:v>0.105 V</c:v>
                  </c:pt>
                  <c:pt idx="4">
                    <c:v>0.080 V</c:v>
                  </c:pt>
                  <c:pt idx="5">
                    <c:v>0.085 V</c:v>
                  </c:pt>
                  <c:pt idx="6">
                    <c:v>0.175 V</c:v>
                  </c:pt>
                  <c:pt idx="7">
                    <c:v>0.155 V</c:v>
                  </c:pt>
                  <c:pt idx="8">
                    <c:v>0.185 V</c:v>
                  </c:pt>
                  <c:pt idx="9">
                    <c:v>0.215 V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1.063</c:v>
                </c:pt>
                <c:pt idx="1">
                  <c:v>1.065</c:v>
                </c:pt>
                <c:pt idx="2">
                  <c:v>1.323</c:v>
                </c:pt>
                <c:pt idx="3">
                  <c:v>1.512</c:v>
                </c:pt>
                <c:pt idx="4">
                  <c:v>1.518</c:v>
                </c:pt>
                <c:pt idx="5">
                  <c:v>1.524</c:v>
                </c:pt>
                <c:pt idx="6">
                  <c:v>1.607</c:v>
                </c:pt>
                <c:pt idx="7">
                  <c:v>1.657</c:v>
                </c:pt>
                <c:pt idx="8">
                  <c:v>1.718</c:v>
                </c:pt>
                <c:pt idx="9">
                  <c:v>1.863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4CE"/>
                </a:solidFill>
              </a:rPr>
              <a:t>SMART BIOSENSORS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Banco de Dados e Classificação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de Contaminação Bacteriana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4CE"/>
                </a:solidFill>
              </a:rPr>
              <a:t>Case — Bolsista Pesquisador Machine Learning (RP 20061)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</a:rPr>
              <a:t>Bruno  •  Setembro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Fase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Compreensão, Importação e Organização dos Dados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10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Fase 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Construção do Banco de Dados e Pipeline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10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18288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75904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Fase 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Classificação, Validação e Interpretação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10 min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Contexto e Estrutura dos Dados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Empresa parceira do setor alimentício e sanitizantes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Objetivo: detectar vestígios de contaminação microbiológica em superfícies após limpeza, via biossensor eletroquímico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Dados de voltametria (DPV) organizados em 3 tabelas relacionáveis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4592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1755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Sinal (voltamograma)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measurement_id, potential_V, current_uA — 1 linha por ponto medido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30632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31729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Metadata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measurement_id, sample_id, contamination_status, qc_flag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4805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45902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Plaqueamento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983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sample_id, colony_count, calculated_cfu_mL — referência microbiológica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Os Três Estágios do Sensor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</a:rPr>
              <a:t>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carbon_clean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Sensor limpo — baseline eletroquímica, sem biomolécula.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373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9432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capture_probe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4290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Sensor funcionalizado com a biomolécula de captura, antes do contato com o alvo.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4F2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5904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capture_probe_16S_rRNA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4290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Sensor após contato com o alvo (sonda 16S rRNA) — reflete presença/ausência de contaminação.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</a:rPr>
              <a:t>Hipótese: a diferença de sinal entre estágios — não o estágio isolado — carrega a informação sobre contaminação.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Avaliação de Qualidade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200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amostras (200)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100 / 100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E. coli / S. aureus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150 / 50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contaminadas / não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measurement_id órfãos (sinal ↔ metadata ↔ plaqueamento — 100% casados)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09360" y="155448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</a:rPr>
              <a:t>Modelagem usa apenas medições com qc_flag = PASS (1.695 de 1.800).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Visualização dos Voltamogramas Completos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Comparação Inicial entre Condições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64592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Arquitetura do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data_preparation.py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Classifica cada arquivo pelo schema de colunas (não pelo nome), junta sinal + metadata + plaqueamento por measurement_id / sample_id, valida qualidade.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ingest_pipeline.py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1546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Filtra por qc_flag, monta a tabela wide (features), treina e valida os modelos, exporta banco + métricas.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C86"/>
                </a:solidFill>
              </a:rPr>
              <a:t>Novo lote de dados com o mesmo schema → basta soltar na pasta de entrada e rodar os 2 scripts de novo. Nenhuma estrutura é reconstruída manualmente.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Banco Rastreável: IDs e Formatos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measurement_id: único por medição (amostra + replicata + estágio)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sample_id, replicate_id, sensor_state / sensor_state_code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target_bacterium, contamination_status, qc_flag (via metadata)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plating_cfu_ml_mean (via plaqueamento, agregado por amostra)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Tudo persistido em SQLite (biosensor_case.db), consultável por SQL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Formato longo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1 linha por ponto medido (potencial, corrente). Bom para auditoria e plots.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222.045 linhas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384048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Formato amplo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1 linha por medição, 1 coluna por potencial. É a tabela analítica usada para treinar os modelos.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1695 medições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Definição do Problema de Machine Learning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Alvo: contamination_status (0/1) — presença de contaminação microbiológica residual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Features: corrente em cada potencial do voltamograma (I_*) + peak_current, min_current, delta_current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Split treino/teste e validação cruzada agrupados por sample_id — réplicas/estágios da mesma amostra nunca ficam em treino e teste ao mesmo tempo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3 modelos: Regressão Logística (baseline), LDA e Random Forest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Filtro de qualidade: apenas medições com qc_flag = PASS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Comparação entre os Modelos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Melhor Modelo: Random Forest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03504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Predito: Não contaminada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Predito: Contaminada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Real: Não contaminada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C86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504D"/>
                          </a:solidFill>
                        </a:rPr>
                        <a:t>44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Real: Contaminada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504D"/>
                          </a:solidFill>
                        </a:rPr>
                        <a:t>77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C86"/>
                          </a:solidFill>
                        </a:rPr>
                        <a:t>271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645920"/>
          <a:ext cx="466344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Balanced 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</a:rPr>
                        <a:t>57.1%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Sensibilidade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</a:rPr>
                        <a:t>77.9%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Especificidade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</a:rPr>
                        <a:t>36.2%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Precisão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</a:rPr>
                        <a:t>86%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</a:rPr>
                        <a:t>81.7%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7C86"/>
                          </a:solidFill>
                        </a:rPr>
                        <a:t>0.582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976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</a:rPr>
              <a:t>Alta sensibilidade, especificidade baixa: o modelo tende a prever "contaminada" com frequência — consistente com o desbalanceamento da base (150 contaminadas / 50 não).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3 — MELHORIA TESTADA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Diferença entre Estágios do Sensor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Limitação do modelo anterior: trata cada estágio (limpo / captura / pós-contato) como observação independente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Mas o princípio do sensor é outro: a sonda só reage entre capture_probe (antes) e capture_probe_16S_rRNA (depois do contato)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Hipótese: a diferença de sinal entre esses 2 estágios carrega a informação — não o estágio isolado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Bônus: como é o mesmo eletrodo físico, a diferença cancela boa parte do efeito de lote encontrado antes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C86"/>
                </a:solidFill>
              </a:rPr>
              <a:t>O que mudou: 1 linha por amostra+replicata (não por medição) · descritores ricos (AUC, potencial e largura do pico) · curva de diferença completa entre estágios · +SVM e Gradient Boosting · validação em 10 seeds · limiar de decisão otimizado (Youden)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3 — MELHORIA TESTADA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Resultado: Salto de Desempenho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</a:rPr>
              <a:t>Curva completa da diferença entre estágios: 93.7% ± 1.6% (média de 10 seeds) · ROC-AUC 0.982 · Regressão Logística venceu SVM, Random Forest, Gradient Boosting e LDA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3 — MELHORIA TESTADA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Validação e Resultado Final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Predito: Não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Predito: Sim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Real: Não contaminada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C86"/>
                          </a:solidFill>
                        </a:rPr>
                        <a:t>19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504D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Real: Contaminada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504D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7C86"/>
                          </a:solidFill>
                        </a:rPr>
                        <a:t>90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Seed 42 · treino: 384 réplicas · teste: 118 · 154 features · limiar ótimo (Youden): 0.516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645920"/>
            <a:ext cx="5303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Checagem de vazamento: nenhum lote é 100% puro; feature isolada mais forte correlaciona 0,70 (não 1,0) — resultado é real, não atalho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Usa 502 de 600 réplicas possíveis (exige os 3 estágios com qc_flag=PASS na mesma réplica)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Validação com 10 seeds diferentes confirma estabilidade (desvio de só 1,6 p.p.) — mas ainda é o mesmo dataset; validação externa é o próximo passo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Regiões do Voltamograma Mais Relevantes (baseline)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</a:rPr>
              <a:t>FASE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Interpretação e Limitações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Abordagem por medição isolada: sinal fraco (ROC-AUC ≈ 0,58) — cada estágio tratado sozinho não separa bem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Abordagem por diferença entre estágios: sinal forte (ROC-AUC ≈ 0,98) — confirma que a mudança de sinal, não o estágio isolado, é o que importa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Efeito de lote (ANOVA p&lt;0,0001) explica parte do ganho: a diferença entre estágios cancela esse efeito, que contaminava a abordagem anterior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Base desbalanceada (150/50) — mitigada com class_weight e limiar de decisão otimizado, não apenas o corte padrão de 0,5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</a:rPr>
              <a:t>Validação: 10 seeds diferentes confirmam estabilidade; validação externa (novo lote/operador) é o próximo passo antes de qualquer uso real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Smart Biosensors — RP 20061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Obrigado!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4CE"/>
                </a:solidFill>
              </a:rPr>
              <a:t>Perguntas e discussão do código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2026-09-13T10:30:22Z</dcterms:created>
  <dcterms:modified xsi:type="dcterms:W3CDTF">2026-09-13T10:30:22Z</dcterms:modified>
</cp:coreProperties>
</file>